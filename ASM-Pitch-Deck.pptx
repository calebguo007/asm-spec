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0"/>
            <a:ext cx="310896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0"/>
            <a:ext cx="301752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Service Manifest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31520" y="2926080"/>
            <a:ext cx="7680960" cy="18288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protocol that lets AI agents discover, evaluate, and pay for services autonomously — per API call, at sub-cent precision, settled on Arc in USDC.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Economy on Arc  •  April 2026  •  Yi Guo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have zero structured data to choose between service providers.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657600" cy="2560320"/>
          </a:xfrm>
          <a:prstGeom prst="rect">
            <a:avLst/>
          </a:prstGeom>
          <a:solidFill>
            <a:srgbClr val="1C10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36576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ASM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Blind selection (hardcoded API keys)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3-10x cost overrun or quality mismatch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Decisions are non-reproducible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Zero intelligence at selection step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657600" cy="2560320"/>
          </a:xfrm>
          <a:prstGeom prst="rect">
            <a:avLst/>
          </a:prstGeom>
          <a:solidFill>
            <a:srgbClr val="0A1A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828800"/>
            <a:ext cx="365760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ASM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468880"/>
            <a:ext cx="3200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Structured multi-criteria matching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Optimal cost-quality tradeoff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Deterministic, auditable, explainable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Full autonomous decision capability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not a model intelligence problem — it’s a data problem.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3 Layers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256032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256032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U0001F4CB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Manifests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2834640"/>
            <a:ext cx="2011680" cy="18288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real-world AI services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6 categories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(LLM, Image, Video, TTS,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Embedding, GPU)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280160"/>
            <a:ext cx="256032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1280160"/>
            <a:ext cx="2560320" cy="4572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⚖️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56616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B2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6616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TOPSIS Scoring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2834640"/>
            <a:ext cx="2011680" cy="18288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749040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Multi-criteria decision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with custom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preference weights.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TypeScript parity.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1280160"/>
            <a:ext cx="2560320" cy="329184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1280160"/>
            <a:ext cx="256032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U0001F4B0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40080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Nanopayments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675120" y="2834640"/>
            <a:ext cx="2011680" cy="18288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01752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$0.002-$0.005 USDC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API call on Arc.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protocol.</a:t>
            </a:r>
            <a:endParaRPr lang="en-US" sz="1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autonomous.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Task  →  Taxonomy  →  Registry Query  →  TOPSIS Score ($0.005)  →  Service Call  →  Receipt  →  Trust Update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Traditional Gas Models Can’t Do This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828800"/>
          </a:xfrm>
          <a:prstGeom prst="rect">
            <a:avLst/>
          </a:prstGeom>
          <a:solidFill>
            <a:srgbClr val="1C10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L1 Gas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6B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$0.50+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transaction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657600" cy="1828800"/>
          </a:xfrm>
          <a:prstGeom prst="rect">
            <a:avLst/>
          </a:prstGeom>
          <a:solidFill>
            <a:srgbClr val="0A1A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Nanopayments on Arc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$0.005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transaction (batched)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100x cheaper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When gas &gt; payment amount, micro-payments are impossible.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Batched settlement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Multiple micro-payments settled in a single on-chain tx.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USDC-native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No volatile gas token. No price uncertainty for agents.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 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182880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51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88920" y="1188720"/>
            <a:ext cx="182880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8892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VOLUME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889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$0.243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182880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7B2F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903720" y="1188720"/>
            <a:ext cx="1828800" cy="12801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0372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PERSONAS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90372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1520" y="2743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Agent Personas × Diverse Scenarios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200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34640" y="32004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566160"/>
            <a:ext cx="7680960" cy="256032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566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U0001F916 ChatBot Agent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34640" y="35661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ai.llm.chat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03520" y="35661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Cost-optimized LLM selection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22960" y="38221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U0001F3A8 Creative Agent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834640" y="3822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ai.vision.*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0" y="3822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Quality-first image/video gen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078224"/>
            <a:ext cx="7680960" cy="256032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782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U0001F50A Voice Agent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834640" y="4078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ai.audio.tts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40782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TTS for natural speech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2960" y="4334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U0001F4DA RAG Agent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34640" y="43342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ai.llm + ai.embedding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03520" y="43342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io_ratio cost optimization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31520" y="4590288"/>
            <a:ext cx="7680960" cy="256032"/>
          </a:xfrm>
          <a:prstGeom prst="rect">
            <a:avLst/>
          </a:prstGeom>
          <a:solidFill>
            <a:srgbClr val="12122A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590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DevOps Agent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34640" y="4590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cloud.compute.gpu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45902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+ reliability priority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" y="4846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U0001F310 Multi-Modal Agent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34640" y="4846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categories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03520" y="4846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cross-category selection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7B2F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 Model: Verify, Don’t Trust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 trust architecture — from self-reported claims to cryptographic proof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8229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002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4592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9202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self_reported flag on every metric. Agent knows who says this.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768096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560320"/>
            <a:ext cx="54864" cy="822960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060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B2F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benchmarks with URLs. Independently checkable.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566160"/>
            <a:ext cx="54864" cy="82296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611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45920" y="3931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Receipts prove actual performance. trust_delta = |declared - actual| / declared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→ Delivery → Verification loop is self-sustaining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Where ASM Fits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011680" y="1188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a tool can do”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188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Solved (Anthropic)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965960"/>
            <a:ext cx="768096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A2A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1965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agents communicate”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Solved (Google)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43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2743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“how to pay safely”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27432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Solved (Google)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520440"/>
            <a:ext cx="7680960" cy="640080"/>
          </a:xfrm>
          <a:prstGeom prst="rect">
            <a:avLst/>
          </a:prstGeom>
          <a:solidFill>
            <a:srgbClr val="0A2A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520440"/>
            <a:ext cx="7680960" cy="45720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5204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FF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11680" y="3520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a service is worth”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5204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U0001F195 ASM + Circle Nanopayments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ASM is the missing layer between MCP (capability) and AP2 (payment).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1280160"/>
            <a:ext cx="36576" cy="3291840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4" name="Shape 2"/>
          <p:cNvSpPr/>
          <p:nvPr/>
        </p:nvSpPr>
        <p:spPr>
          <a:xfrm>
            <a:off x="1719072" y="1325880"/>
            <a:ext cx="256032" cy="256032"/>
          </a:xfrm>
          <a:prstGeom prst="ellipse">
            <a:avLst/>
          </a:prstGeom>
          <a:solidFill>
            <a:srgbClr val="00FF88"/>
          </a:solidFill>
          <a:ln w="25400">
            <a:solidFill>
              <a:srgbClr val="00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0" y="11887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manifests • TOPSIS scorer • MCP Server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integration • 50+ test transactions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719072" y="2148840"/>
            <a:ext cx="256032" cy="256032"/>
          </a:xfrm>
          <a:prstGeom prst="ellipse">
            <a:avLst/>
          </a:prstGeom>
          <a:solidFill>
            <a:srgbClr val="1A1A2E"/>
          </a:solidFill>
          <a:ln w="254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20116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Mainnet deployment • Automated manifest crawler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Provider-verified manifests • LangChain integration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19072" y="2971800"/>
            <a:ext cx="256032" cy="256032"/>
          </a:xfrm>
          <a:prstGeom prst="ellipse">
            <a:avLst/>
          </a:prstGeom>
          <a:solidFill>
            <a:srgbClr val="1A1A2E"/>
          </a:solidFill>
          <a:ln w="25400">
            <a:solidFill>
              <a:srgbClr val="7B2F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80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B2F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8346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services • Trust reputation marketplace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Multi-chain support (Base, Arbitrum, Arc)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19072" y="3794760"/>
            <a:ext cx="256032" cy="256032"/>
          </a:xfrm>
          <a:prstGeom prst="ellipse">
            <a:avLst/>
          </a:prstGeom>
          <a:solidFill>
            <a:srgbClr val="1A1A2E"/>
          </a:solidFill>
          <a:ln w="25400">
            <a:solidFill>
              <a:srgbClr val="FFD7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86000" y="365760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SDK (Python + TypeScript + Rust)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registry • Governance token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• MIT License • github.com/calebguo007/asm-spec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5088636"/>
            <a:ext cx="3108960" cy="54864"/>
          </a:xfrm>
          <a:prstGeom prst="rect">
            <a:avLst/>
          </a:prstGeom>
          <a:solidFill>
            <a:srgbClr val="7B2FF7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0" y="5088636"/>
            <a:ext cx="3017520" cy="54864"/>
          </a:xfrm>
          <a:prstGeom prst="rect">
            <a:avLst/>
          </a:prstGeom>
          <a:solidFill>
            <a:srgbClr val="00FF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OpenAPI describes what a service 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E0E0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DO</a:t>
            </a:r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ASM describes what a service 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FF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WORTH</a:t>
            </a:r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endParaRPr lang="en-US" sz="2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Nanopayments make the evaluation </a:t>
            </a:r>
            <a:pPr algn="ctr" indent="0" marL="0">
              <a:lnSpc>
                <a:spcPct val="150000"/>
              </a:lnSpc>
              <a:buNone/>
            </a:pPr>
            <a:r>
              <a:rPr lang="en-US" sz="20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SELF-SUSTAINING</a:t>
            </a:r>
            <a:pPr algn="ctr" indent="0" marL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8888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291840"/>
            <a:ext cx="2743200" cy="18288"/>
          </a:xfrm>
          <a:prstGeom prst="rect">
            <a:avLst/>
          </a:prstGeom>
          <a:solidFill>
            <a:srgbClr val="2A2A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ASM × Circle Nanopayments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github.com/calebguo007/asm-spec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 Guo  •  @calebguo007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ASM x Circle Nanopayments</dc:title>
  <dc:subject>PptxGenJS Presentation</dc:subject>
  <dc:creator>Yi Guo</dc:creator>
  <cp:lastModifiedBy>Yi Guo</cp:lastModifiedBy>
  <cp:revision>1</cp:revision>
  <dcterms:created xsi:type="dcterms:W3CDTF">2026-04-13T13:12:16Z</dcterms:created>
  <dcterms:modified xsi:type="dcterms:W3CDTF">2026-04-13T13:12:16Z</dcterms:modified>
</cp:coreProperties>
</file>